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720000" y="720000"/>
            <a:ext cx="6120000" cy="3420000"/>
          </a:xfrm>
          <a:prstGeom prst="rect">
            <a:avLst/>
          </a:prstGeom>
          <a:ln w="0">
            <a:noFill/>
          </a:ln>
        </p:spPr>
      </p:sp>
      <p:sp>
        <p:nvSpPr>
          <p:cNvPr id="46" name=""/>
          <p:cNvSpPr txBox="1"/>
          <p:nvPr/>
        </p:nvSpPr>
        <p:spPr>
          <a:xfrm>
            <a:off x="720000" y="468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Arial"/>
              </a:rPr>
              <a:t>Speaker note for the first slide</a:t>
            </a:r>
            <a:endParaRPr b="0" lang="en-US" sz="12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720000" y="720000"/>
            <a:ext cx="6120000" cy="3420000"/>
          </a:xfrm>
          <a:prstGeom prst="rect">
            <a:avLst/>
          </a:prstGeom>
          <a:ln w="0">
            <a:noFill/>
          </a:ln>
        </p:spPr>
      </p:sp>
      <p:sp>
        <p:nvSpPr>
          <p:cNvPr id="48" name=""/>
          <p:cNvSpPr txBox="1"/>
          <p:nvPr/>
        </p:nvSpPr>
        <p:spPr>
          <a:xfrm>
            <a:off x="720000" y="468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Arial"/>
              </a:rPr>
              <a:t>Speaker note for the second slide</a:t>
            </a:r>
            <a:endParaRPr b="0" lang="en-US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720000" y="21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3600" spc="-1" strike="noStrike">
                <a:latin typeface="Arial"/>
              </a:rPr>
              <a:t>Corpus slide title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20000" y="360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Times New Roman"/>
              </a:rPr>
              <a:t>First slide subtitle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3600" spc="-1" strike="noStrike">
                <a:latin typeface="Arial"/>
              </a:rPr>
              <a:t>Second slide heading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20000" y="1800000"/>
            <a:ext cx="5040000" cy="32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Times New Roman"/>
              </a:rPr>
              <a:t>Content line one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Times New Roman"/>
              </a:rPr>
              <a:t>Content line two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4" name="Shapes" descr=""/>
          <p:cNvPicPr/>
          <p:nvPr/>
        </p:nvPicPr>
        <p:blipFill>
          <a:blip r:embed="rId1"/>
          <a:stretch/>
        </p:blipFill>
        <p:spPr>
          <a:xfrm>
            <a:off x="6120000" y="2160000"/>
            <a:ext cx="28800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Corpus slides</dc:title>
</cp:coreProperties>
</file>