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/>
          <a:p>
            <a:pPr algn="ctr"/>
            <a:r>
              <a:rPr lang="en-US" sz="7200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/>
          <a:p>
            <a:pPr algn="ctr"/>
            <a:r>
              <a:rPr lang="en-US" sz="4800" dirty="0"/>
              <a:t>Subtitle</a:t>
            </a:r>
          </a:p>
        </p:txBody>
      </p:sp>
    </p:spTree>
  </p:cSld>
</p:sld>
</file>

<file path=ppt/theme/theme1.xml><?xml version="1.0" encoding="utf-8"?>
<a:theme xmlns:a="http://schemas.openxmlformats.org/drawingml/2006/main" name="Blank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